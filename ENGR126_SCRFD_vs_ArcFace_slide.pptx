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  
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15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TWO MODELS, TWO QUESTIONS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327648"/>
            <a:ext cx="1118585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126  ·  VIBE CODING WITH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79615" y="6437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PIPELINE 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pretrained models. Two different questions.</a:t>
            </a:r>
            <a:endParaRPr lang="en-US" sz="2200" dirty="0"/>
          </a:p>
        </p:txBody>
      </p:sp>
      <p:sp>
        <p:nvSpPr>
          <p:cNvPr id="101" name="Cell 101"/>
          <p:cNvSpPr/>
          <p:nvPr/>
        </p:nvSpPr>
        <p:spPr>
          <a:xfrm>
            <a:off x="3017520" y="1115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n-US" sz="1800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SCRFD</a:t>
            </a:r>
            <a:endParaRPr lang="en-US" sz="1800" dirty="0"/>
          </a:p>
        </p:txBody>
      </p:sp>
      <p:sp>
        <p:nvSpPr>
          <p:cNvPr id="102" name="Cell 102"/>
          <p:cNvSpPr/>
          <p:nvPr/>
        </p:nvSpPr>
        <p:spPr>
          <a:xfrm>
            <a:off x="7360920" y="1115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n-US" sz="1800" dirty="0">
                <a:solidFill>
                  <a:srgbClr val="16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ArcFace + ResNet-50</a:t>
            </a:r>
            <a:endParaRPr lang="en-US" sz="1800" dirty="0"/>
          </a:p>
        </p:txBody>
      </p:sp>
      <p:sp>
        <p:nvSpPr>
          <p:cNvPr id="103" name="Cell 103"/>
          <p:cNvSpPr/>
          <p:nvPr/>
        </p:nvSpPr>
        <p:spPr>
          <a:xfrm>
            <a:off x="502920" y="1545336"/>
            <a:ext cx="111556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Cell 104"/>
          <p:cNvSpPr/>
          <p:nvPr/>
        </p:nvSpPr>
        <p:spPr>
          <a:xfrm>
            <a:off x="731520" y="15453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</a:t>
            </a:r>
            <a:endParaRPr lang="en-US" sz="1400" dirty="0"/>
          </a:p>
        </p:txBody>
      </p:sp>
      <p:sp>
        <p:nvSpPr>
          <p:cNvPr id="105" name="Cell 105"/>
          <p:cNvSpPr/>
          <p:nvPr/>
        </p:nvSpPr>
        <p:spPr>
          <a:xfrm>
            <a:off x="3017520" y="15453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500" dirty="0"/>
          </a:p>
        </p:txBody>
      </p:sp>
      <p:sp>
        <p:nvSpPr>
          <p:cNvPr id="106" name="Cell 106"/>
          <p:cNvSpPr/>
          <p:nvPr/>
        </p:nvSpPr>
        <p:spPr>
          <a:xfrm>
            <a:off x="7360920" y="15453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107" name="Cell 107"/>
          <p:cNvSpPr/>
          <p:nvPr/>
        </p:nvSpPr>
        <p:spPr>
          <a:xfrm>
            <a:off x="502920" y="2112264"/>
            <a:ext cx="111556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Cell 108"/>
          <p:cNvSpPr/>
          <p:nvPr/>
        </p:nvSpPr>
        <p:spPr>
          <a:xfrm>
            <a:off x="731520" y="21122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09" name="Cell 109"/>
          <p:cNvSpPr/>
          <p:nvPr/>
        </p:nvSpPr>
        <p:spPr>
          <a:xfrm>
            <a:off x="3017520" y="21122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are the faces?”</a:t>
            </a:r>
            <a:endParaRPr lang="en-US" sz="1500" dirty="0"/>
          </a:p>
        </p:txBody>
      </p:sp>
      <p:sp>
        <p:nvSpPr>
          <p:cNvPr id="110" name="Cell 110"/>
          <p:cNvSpPr/>
          <p:nvPr/>
        </p:nvSpPr>
        <p:spPr>
          <a:xfrm>
            <a:off x="7360920" y="21122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“Whose face is this?”</a:t>
            </a:r>
            <a:endParaRPr lang="en-US" sz="1500" dirty="0"/>
          </a:p>
        </p:txBody>
      </p:sp>
      <p:sp>
        <p:nvSpPr>
          <p:cNvPr id="111" name="Cell 111"/>
          <p:cNvSpPr/>
          <p:nvPr/>
        </p:nvSpPr>
        <p:spPr>
          <a:xfrm>
            <a:off x="502920" y="2679192"/>
            <a:ext cx="111556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Cell 112"/>
          <p:cNvSpPr/>
          <p:nvPr/>
        </p:nvSpPr>
        <p:spPr>
          <a:xfrm>
            <a:off x="731520" y="2679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400" dirty="0"/>
          </a:p>
        </p:txBody>
      </p:sp>
      <p:sp>
        <p:nvSpPr>
          <p:cNvPr id="113" name="Cell 113"/>
          <p:cNvSpPr/>
          <p:nvPr/>
        </p:nvSpPr>
        <p:spPr>
          <a:xfrm>
            <a:off x="3017520" y="2679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image (resized to ~640)</a:t>
            </a:r>
            <a:endParaRPr lang="en-US" sz="1500" dirty="0"/>
          </a:p>
        </p:txBody>
      </p:sp>
      <p:sp>
        <p:nvSpPr>
          <p:cNvPr id="114" name="Cell 114"/>
          <p:cNvSpPr/>
          <p:nvPr/>
        </p:nvSpPr>
        <p:spPr>
          <a:xfrm>
            <a:off x="7360920" y="2679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aligned 112×112×3 crop</a:t>
            </a:r>
            <a:endParaRPr lang="en-US" sz="1500" dirty="0"/>
          </a:p>
        </p:txBody>
      </p:sp>
      <p:sp>
        <p:nvSpPr>
          <p:cNvPr id="115" name="Cell 115"/>
          <p:cNvSpPr/>
          <p:nvPr/>
        </p:nvSpPr>
        <p:spPr>
          <a:xfrm>
            <a:off x="502920" y="3246120"/>
            <a:ext cx="111556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Cell 116"/>
          <p:cNvSpPr/>
          <p:nvPr/>
        </p:nvSpPr>
        <p:spPr>
          <a:xfrm>
            <a:off x="73152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400" dirty="0"/>
          </a:p>
        </p:txBody>
      </p:sp>
      <p:sp>
        <p:nvSpPr>
          <p:cNvPr id="117" name="Cell 117"/>
          <p:cNvSpPr/>
          <p:nvPr/>
        </p:nvSpPr>
        <p:spPr>
          <a:xfrm>
            <a:off x="301752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+ 5 keypoints</a:t>
            </a:r>
            <a:endParaRPr lang="en-US" sz="1500" dirty="0"/>
          </a:p>
        </p:txBody>
      </p:sp>
      <p:sp>
        <p:nvSpPr>
          <p:cNvPr id="118" name="Cell 118"/>
          <p:cNvSpPr/>
          <p:nvPr/>
        </p:nvSpPr>
        <p:spPr>
          <a:xfrm>
            <a:off x="736092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 (length 1 after L2)</a:t>
            </a:r>
            <a:endParaRPr lang="en-US" sz="1500" dirty="0"/>
          </a:p>
        </p:txBody>
      </p:sp>
      <p:sp>
        <p:nvSpPr>
          <p:cNvPr id="119" name="Cell 119"/>
          <p:cNvSpPr/>
          <p:nvPr/>
        </p:nvSpPr>
        <p:spPr>
          <a:xfrm>
            <a:off x="502920" y="3813048"/>
            <a:ext cx="111556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Cell 120"/>
          <p:cNvSpPr/>
          <p:nvPr/>
        </p:nvSpPr>
        <p:spPr>
          <a:xfrm>
            <a:off x="731520" y="3813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buffalo_l</a:t>
            </a:r>
            <a:endParaRPr lang="en-US" sz="1400" dirty="0"/>
          </a:p>
        </p:txBody>
      </p:sp>
      <p:sp>
        <p:nvSpPr>
          <p:cNvPr id="121" name="Cell 121"/>
          <p:cNvSpPr/>
          <p:nvPr/>
        </p:nvSpPr>
        <p:spPr>
          <a:xfrm>
            <a:off x="3017520" y="3813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det_10g.onnx</a:t>
            </a:r>
            <a:endParaRPr lang="en-US" sz="1500" dirty="0"/>
          </a:p>
        </p:txBody>
      </p:sp>
      <p:sp>
        <p:nvSpPr>
          <p:cNvPr id="122" name="Cell 122"/>
          <p:cNvSpPr/>
          <p:nvPr/>
        </p:nvSpPr>
        <p:spPr>
          <a:xfrm>
            <a:off x="7360920" y="3813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w600k_r50.onnx</a:t>
            </a:r>
            <a:endParaRPr lang="en-US" sz="1500" dirty="0"/>
          </a:p>
        </p:txBody>
      </p:sp>
      <p:sp>
        <p:nvSpPr>
          <p:cNvPr id="123" name="Cell 123"/>
          <p:cNvSpPr/>
          <p:nvPr/>
        </p:nvSpPr>
        <p:spPr>
          <a:xfrm>
            <a:off x="502920" y="4379976"/>
            <a:ext cx="111556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Cell 124"/>
          <p:cNvSpPr/>
          <p:nvPr/>
        </p:nvSpPr>
        <p:spPr>
          <a:xfrm>
            <a:off x="731520" y="43799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</a:t>
            </a:r>
            <a:endParaRPr lang="en-US" sz="1400" dirty="0"/>
          </a:p>
        </p:txBody>
      </p:sp>
      <p:sp>
        <p:nvSpPr>
          <p:cNvPr id="125" name="Cell 125"/>
          <p:cNvSpPr/>
          <p:nvPr/>
        </p:nvSpPr>
        <p:spPr>
          <a:xfrm>
            <a:off x="3017520" y="43799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SCRFD, ICLR 2022</a:t>
            </a:r>
            <a:endParaRPr lang="en-US" sz="1500" dirty="0"/>
          </a:p>
        </p:txBody>
      </p:sp>
      <p:sp>
        <p:nvSpPr>
          <p:cNvPr id="126" name="Cell 126"/>
          <p:cNvSpPr/>
          <p:nvPr/>
        </p:nvSpPr>
        <p:spPr>
          <a:xfrm>
            <a:off x="7360920" y="43799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ArcFace, CVPR 2019</a:t>
            </a:r>
            <a:endParaRPr lang="en-US" sz="1500" dirty="0"/>
          </a:p>
        </p:txBody>
      </p:sp>
      <p:sp>
        <p:nvSpPr>
          <p:cNvPr id="99" name="Callout box"/>
          <p:cNvSpPr/>
          <p:nvPr/>
        </p:nvSpPr>
        <p:spPr>
          <a:xfrm>
            <a:off x="502920" y="5038344"/>
            <a:ext cx="11155680" cy="103327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Cell 127"/>
          <p:cNvSpPr/>
          <p:nvPr/>
        </p:nvSpPr>
        <p:spPr>
          <a:xfrm>
            <a:off x="731520" y="512978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4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</a:t>
            </a:r>
            <a:endParaRPr lang="en-US" sz="1300" dirty="0"/>
          </a:p>
        </p:txBody>
      </p:sp>
      <p:sp>
        <p:nvSpPr>
          <p:cNvPr id="128" name="Cell 128"/>
          <p:cNvSpPr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SCRFD runs first: it finds each face and its 5 points. The points steer the warp to a 112×112 crop, and only that crop goes into ResNet-50. The 5 points never enter the 512 numbers.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1569</Words>
  <Application>Microsoft Office PowerPoint</Application>
  <PresentationFormat>Widescreen</PresentationFormat>
  <Paragraphs>170</Paragraphs>
  <Slides>12</Slides>
  <Notes>12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126 — A Face Is 512 Numbers</dc:title>
  <dc:subject>Face recognition pipeline lecture, then vibe-code the Python</dc:subject>
  <dc:creator>Erdem Topsakal</dc:creator>
  <cp:lastModifiedBy>Erdem Topsakal</cp:lastModifiedBy>
  <cp:revision>1</cp:revision>
  <dcterms:created xsi:type="dcterms:W3CDTF">2026-09-27T04:37:35Z</dcterms:created>
  <dcterms:modified xsi:type="dcterms:W3CDTF">2026-09-27T04:40:47Z</dcterms:modified>
</cp:coreProperties>
</file>