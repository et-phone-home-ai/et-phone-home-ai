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15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5" Type="http://schemas.openxmlformats.org/officeDocument/2006/relationships/image" Target="../media/walkthrough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4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is not a name.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512 unnamed numbers.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walk the real pipeline — SCRFD, a 5-point warp, a 112×112 crop, ResNet-50 ArcFace — then we paste one prompt into an LLM and make the webcam do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64592" cy="164592"/>
          </a:xfrm>
          <a:prstGeom prst="rect">
            <a:avLst/>
          </a:prstGeom>
          <a:solidFill>
            <a:srgbClr val="E86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50109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training. No “build FaceNet from scratch.” We wire a detector to an embedding to a gallery.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CONTRACT FOR THIS HOUR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first. Then generate. Then own the bugs.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1556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109728" cy="12801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5361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65960" y="151790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boxes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65960" y="190195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→ detect → warp → 112 crop → ArcFace → unit vector. If you cannot point at each box, you are not ready to prompt.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111556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109728" cy="12801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953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65960" y="293522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65960" y="331927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 the LLM a specification, not a vibe. Stack, file names, gallery format, threshold, what “done” looks like.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206240"/>
            <a:ext cx="111556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4206240"/>
            <a:ext cx="109728" cy="1280160"/>
          </a:xfrm>
          <a:prstGeom prst="rect">
            <a:avLst/>
          </a:prstGeom>
          <a:solidFill>
            <a:srgbClr val="E86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370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65960" y="435254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the bugs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65960" y="473659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will miss L2-normalization, mix BGR/RGB, or hard-code one face. That is the lab, not a failure of the lecture.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NETWORK NEVER SEES THE CLASSROOM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person. Three different objects.</a:t>
            </a:r>
            <a:endParaRPr lang="en-US" sz="24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7880" y="1115568"/>
            <a:ext cx="5806440" cy="3870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504139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figure to play  ·  15 seconds  ·  audio 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2070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1280×720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1536192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webcam frame still has the whiteboard, the plant, the sweater. ResNet does not open this file.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26243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112×112×3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2953512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detect + warp, you keep only the aligned face. 37,632 RGB values. That is the entire input.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40416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cell = one pixel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" y="4370832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on the right is not a style. It is the tensor shape. 112 across, 112 down, 3 channels.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ONLY DIAGRAM THAT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boxes. The 5 points die at box 3.</a:t>
            </a:r>
            <a:endParaRPr lang="en-US" sz="24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3404" y="1042416"/>
            <a:ext cx="7104888" cy="4736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43404" y="5815584"/>
            <a:ext cx="710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figure to play  ·  15 seconds  ·  audio 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LANDMARKS ARE ALIGNMENT, NOT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dots never enter the 512-vector.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361188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eye centers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215798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SCRFD returns them in the original frame coordinates.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207008"/>
            <a:ext cx="361188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8848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17007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tip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98848" y="215798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pitch. Without it the crop shears when you look down.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1207008"/>
            <a:ext cx="361188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93608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3608" y="17007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corners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15798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similarity transform. Five points → one 2D affine warp.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30752"/>
            <a:ext cx="11155680" cy="221284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9136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4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this lecture exists to kill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31596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keep asking an LLM to “put the landmarks in the embedding.” Do not. The recognition net (ResNet-50 ArcFace) is blind to the five points. It receives only the aligned 112×112×3 crop. The dots are scaffolding. After the warp, throw them away.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ONE FACE  →  ONE UNNAMED FINGERPRINT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∈  R⁵¹².  No slot means Erdem.</a:t>
            </a:r>
            <a:endParaRPr lang="en-US" sz="22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7880" y="1115568"/>
            <a:ext cx="5852160" cy="3901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50718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figure to play  ·  15 seconds  ·  audio 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1704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caption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14630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does not contain the string “Erdem.” Names live only in the gallery you build.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22494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five points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25420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/ nose / mouth are not coordinates 1–5. Every component is a learned mix of the whole crop.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33284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length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" y="36210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L2-normalization, ||x||₂ = 1. That turns “how similar” into a single dot product.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4407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face, new photo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470001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frame of the same person is a nearby point on the sphere — not the identical 512 numbers.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MATCHING IS A DOT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vector is on the unit sphere, cosine is free.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3611880" cy="3246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207008"/>
            <a:ext cx="3611880" cy="109728"/>
          </a:xfrm>
          <a:prstGeom prst="rect">
            <a:avLst/>
          </a:prstGeom>
          <a:solidFill>
            <a:srgbClr val="E86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←  x / ||x||₂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usually already did this. Check anyway. A non-unit vector makes every threshold a lie.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1207008"/>
            <a:ext cx="3611880" cy="3246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207008"/>
            <a:ext cx="3611880" cy="109728"/>
          </a:xfrm>
          <a:prstGeom prst="rect">
            <a:avLst/>
          </a:prstGeom>
          <a:solidFill>
            <a:srgbClr val="E86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9884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98848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s(x, g)  =  x · 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8848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of two unit vectors is cosine similarity. Range is [−1, 1]. Same person lives near the top.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1207008"/>
            <a:ext cx="3611880" cy="3246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92440" y="1207008"/>
            <a:ext cx="3611880" cy="109728"/>
          </a:xfrm>
          <a:prstGeom prst="rect">
            <a:avLst/>
          </a:prstGeom>
          <a:solidFill>
            <a:srgbClr val="E86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9360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93608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≥ τ  →  name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UNKNOWN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93608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τ ≈ 0.40 for buffalo_l / ArcFace. Measure on your own faces. Do not copy a blog.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617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over the gallery is the whole “AI recognized me” moment. There is no extra neural net after the embedding.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NAMES LIVE IN A DICTIONARY YOU WRITE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is enrollment plus a loop.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5486400" cy="4709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353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 (do this once per person)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3–5 frames of the same person.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through the six-box pipeline.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512-vectors, then L2-normalize the mean.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 { "erdem": vec }  on disk (npy / json).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blurry selfie is a weak gallery. That is why one-shot demos flake.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170432"/>
            <a:ext cx="5486400" cy="47091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353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 (every webcam frame)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warp + embed the live face.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against every enrolled vector.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max score and its name.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&lt; τ, draw UNKNOWN — do not invent a name.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box, the name, and the score. The score is the honest part.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 STACK THE LLM IS ALLOWED TO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weights. No fine-tuning. No PyTorch training loop.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1115568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264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insightface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316736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you SCRFD + ArcFace (buffalo_l) as one FaceAnalysis object. This is the six boxes in a package.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249424"/>
            <a:ext cx="1115568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5054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395728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Webcam, BGR frames, drawing the box / name / score. Convert BGR→RGB before the recognizer.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328416"/>
            <a:ext cx="1115568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474720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mean-of-enroll, L2-normalize, gallery as a matrix, scores = gallery @ x.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407408"/>
            <a:ext cx="1115568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onnxruntime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455371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in by insightface. First run downloads ~hundreds of MB of ONNX. Do that before class if you can.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PASTE THIS. THEN CHANGE ONLY WHAT BREAKS.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assignment.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1155680" cy="4846320"/>
          </a:xfrm>
          <a:prstGeom prst="rect">
            <a:avLst/>
          </a:prstGeom>
          <a:solidFill>
            <a:srgbClr val="1A27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207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single Python script face_lab.py that: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Opens the default webcam with OpenCV.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848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Uses insightface FaceAnalysis(name='buffalo_l', providers=['CPUExecutionProvider']).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523744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Detects faces each frame. For each face, take the 512-d embedding.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6265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L2-normalize every embedding even if the model claims it already did.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Has an enroll mode: press E, type a name, average 8 consecutive embeddings, save gallery.npz.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Has a recognize mode: cosine = gallery @ x; label UNKNOWN if max score &lt; 0.40.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27939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Draws box, name, and score on the BGR frame. Quit on Q.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718304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Never puts landmarks into the embedding. Never trains a net. No extra files except gallery.npz.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15721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a requirements.txt and a 10-line README that says how to enroll myself first.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WHAT “WORKING” LOOKS LIKE, AND WHAT THE LLM WILL GET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webcam loop. Then hunt these.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1155680" cy="10515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means: you walk in front of the camera, your name and a score like 0.62 appear, a classmate who is not enrolled is UNKNOWN, Q quits, gallery.npz exists on disk.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6118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4780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L2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84378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jump around 10–40 instead of 0–1. Normalize both sides.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6118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0" y="24780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vs RGB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84378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wants RGB. OpenCV gives BGR. Faces detect; identity dies.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331720"/>
            <a:ext cx="36118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5320" y="24780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enrollment frame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84378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smiled once. Tomorrow you don’t. Average 8 frames.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36118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1696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UNKNOWN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53542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always returns someone. That is a classifier cosplaying as recognition.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36118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41696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/ hat / mask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80560" y="453542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SCRFD will miss or warp badly. That is the model, not your code.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92440" y="4023360"/>
            <a:ext cx="36118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75320" y="41696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faces, one name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453542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every detection. Do not take faces[0] and stop.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BEFORE YOU HIT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generate every line.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not outsource the six boxes.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out loud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9067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where the 5 points die, you are not done — even if the demo works.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2743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you enroll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309067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Classmates are not a dataset. Gallery is opt-in. Delete gallery.npz at the end of lab.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0799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with no number is theater. The number is the only claim the system is making.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4160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surveillance kit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450799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is the pipeline. Do not point it at a hallway and call it a product.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VCU ECE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ENROLLMENT, ON ONE REAL PHOTO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25735" y="256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on one real photo: tops3.jpg → E.T.</a:t>
            </a:r>
            <a:endParaRPr lang="en-US" sz="2400" dirty="0"/>
          </a:p>
        </p:txBody>
      </p:sp>
      <p:pic>
        <p:nvPicPr>
          <p:cNvPr id="20" name="Walkthrough" descr="Five panels: tops3.jpg with a face box and 5 dots; the straightened 112x112 crop; a zoomed pixel grid with one pixel R54 G28 B12; a strip of 512 colored numbers; saved as E.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097280"/>
            <a:ext cx="11185855" cy="2585017"/>
          </a:xfrm>
          <a:prstGeom prst="rect">
            <a:avLst/>
          </a:prstGeom>
        </p:spPr>
      </p:pic>
      <p:sp>
        <p:nvSpPr>
          <p:cNvPr id="30" name="Step 30"/>
          <p:cNvSpPr/>
          <p:nvPr/>
        </p:nvSpPr>
        <p:spPr>
          <a:xfrm>
            <a:off x="651826" y="3819457"/>
            <a:ext cx="19655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Find</a:t>
            </a:r>
            <a:endParaRPr lang="en-US" sz="1400" dirty="0"/>
          </a:p>
        </p:txBody>
      </p:sp>
      <p:sp>
        <p:nvSpPr>
          <p:cNvPr id="31" name="Step 31"/>
          <p:cNvSpPr/>
          <p:nvPr/>
        </p:nvSpPr>
        <p:spPr>
          <a:xfrm>
            <a:off x="651826" y="4093777"/>
            <a:ext cx="19655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boxes the face and marks 5 points: eyes, nose tip, mouth corners. Confidence 0.88 = sure it is a face, not whose face.</a:t>
            </a:r>
            <a:endParaRPr lang="en-US" sz="1200" dirty="0"/>
          </a:p>
        </p:txBody>
      </p:sp>
      <p:sp>
        <p:nvSpPr>
          <p:cNvPr id="32" name="Step 32"/>
          <p:cNvSpPr/>
          <p:nvPr/>
        </p:nvSpPr>
        <p:spPr>
          <a:xfrm>
            <a:off x="2891380" y="3819457"/>
            <a:ext cx="19655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Straighten</a:t>
            </a:r>
            <a:endParaRPr lang="en-US" sz="1400" dirty="0"/>
          </a:p>
        </p:txBody>
      </p:sp>
      <p:sp>
        <p:nvSpPr>
          <p:cNvPr id="33" name="Step 33"/>
          <p:cNvSpPr/>
          <p:nvPr/>
        </p:nvSpPr>
        <p:spPr>
          <a:xfrm>
            <a:off x="2891380" y="4093777"/>
            <a:ext cx="19655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scale and shift so the 5 dots land on the same spots for every face, then cut 112×112. The room is gone.</a:t>
            </a:r>
            <a:endParaRPr lang="en-US" sz="1200" dirty="0"/>
          </a:p>
        </p:txBody>
      </p:sp>
      <p:sp>
        <p:nvSpPr>
          <p:cNvPr id="34" name="Step 34"/>
          <p:cNvSpPr/>
          <p:nvPr/>
        </p:nvSpPr>
        <p:spPr>
          <a:xfrm>
            <a:off x="5136890" y="3819457"/>
            <a:ext cx="19596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Pixels</a:t>
            </a:r>
            <a:endParaRPr lang="en-US" sz="1400" dirty="0"/>
          </a:p>
        </p:txBody>
      </p:sp>
      <p:sp>
        <p:nvSpPr>
          <p:cNvPr id="35" name="Step 35"/>
          <p:cNvSpPr/>
          <p:nvPr/>
        </p:nvSpPr>
        <p:spPr>
          <a:xfrm>
            <a:off x="5136890" y="4093777"/>
            <a:ext cx="19596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on the teal eye box. Each cell is one pixel = 3 numbers (R 54, G 28, B 12). The whole crop is 37,632 numbers.</a:t>
            </a:r>
            <a:endParaRPr lang="en-US" sz="1200" dirty="0"/>
          </a:p>
        </p:txBody>
      </p:sp>
      <p:sp>
        <p:nvSpPr>
          <p:cNvPr id="36" name="Step 36"/>
          <p:cNvSpPr/>
          <p:nvPr/>
        </p:nvSpPr>
        <p:spPr>
          <a:xfrm>
            <a:off x="7370487" y="3819457"/>
            <a:ext cx="19715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Fingerprint</a:t>
            </a:r>
            <a:endParaRPr lang="en-US" sz="1400" dirty="0"/>
          </a:p>
        </p:txBody>
      </p:sp>
      <p:sp>
        <p:nvSpPr>
          <p:cNvPr id="37" name="Step 37"/>
          <p:cNvSpPr/>
          <p:nvPr/>
        </p:nvSpPr>
        <p:spPr>
          <a:xfrm>
            <a:off x="7370487" y="4093777"/>
            <a:ext cx="197152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ArcFace squeezes the 37,632 numbers into 512. Scaled to length 1, so each is tiny (about ±0.04). Only the pattern matters.</a:t>
            </a:r>
            <a:endParaRPr lang="en-US" sz="1200" dirty="0"/>
          </a:p>
        </p:txBody>
      </p:sp>
      <p:sp>
        <p:nvSpPr>
          <p:cNvPr id="38" name="Step 38"/>
          <p:cNvSpPr/>
          <p:nvPr/>
        </p:nvSpPr>
        <p:spPr>
          <a:xfrm>
            <a:off x="9610040" y="3819457"/>
            <a:ext cx="19715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Save</a:t>
            </a:r>
            <a:endParaRPr lang="en-US" sz="1400" dirty="0"/>
          </a:p>
        </p:txBody>
      </p:sp>
      <p:sp>
        <p:nvSpPr>
          <p:cNvPr id="39" name="Step 39"/>
          <p:cNvSpPr/>
          <p:nvPr/>
        </p:nvSpPr>
        <p:spPr>
          <a:xfrm>
            <a:off x="9610040" y="4093777"/>
            <a:ext cx="197152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name “E.T.” and the 512 numbers are saved, not the photo. More photos get averaged for a steadier match.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1569</Words>
  <Application>Microsoft Office PowerPoint</Application>
  <PresentationFormat>Widescreen</PresentationFormat>
  <Paragraphs>170</Paragraphs>
  <Slides>12</Slides>
  <Notes>12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126 — A Face Is 512 Numbers</dc:title>
  <dc:subject>Face recognition pipeline lecture, then vibe-code the Python</dc:subject>
  <dc:creator>Erdem Topsakal</dc:creator>
  <cp:lastModifiedBy>Erdem Topsakal</cp:lastModifiedBy>
  <cp:revision>1</cp:revision>
  <dcterms:created xsi:type="dcterms:W3CDTF">2026-09-27T04:37:35Z</dcterms:created>
  <dcterms:modified xsi:type="dcterms:W3CDTF">2026-09-27T04:40:47Z</dcterms:modified>
</cp:coreProperties>
</file>